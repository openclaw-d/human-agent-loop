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43149-D720-4193-8CC4-E1577B635FE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35163-E7A4-44AF-8D4D-B6B9B15E9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2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核心一句：项目审批并不缺人、系统或材料，真正的战机耗在交接时不断丢失的上下文。
展开：前台业务、中台风控、后台运营、技术智能各掌握一段事实；业务</a:t>
            </a:r>
            <a:r>
              <a:rPr lang="en-US" altLang="zh-CN"/>
              <a:t>—</a:t>
            </a:r>
            <a:r>
              <a:rPr lang="zh-CN" altLang="en-US"/>
              <a:t>风控往返最频繁；重复解释、重复确认、版本不一致；损失最终表现为判断延迟和机会窗口缩短。
例子／追问：材料齐全，不等于前提、判断依据和最新状态完整传递；系统能存信息，未必能保存协同上下文。
转场：当单点能力都在增强，为什么问题仍存在？瓶颈已经从能力转向协同。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35163-E7A4-44AF-8D4D-B6B9B15E93F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70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核心一句：今天缺的不是更多能力，而是让已有能力在同一任务中形成合力的方法。
展开：过去重点是补模型、规则、系统和数据；现在能力丰富但彼此分散；工具继续增加可能增加交接点；见微解决能力如何协同，不比拼更大的模型。
例子／追问：模型给建议、规则给边界、数据给事实，但若不共享同一项目状态，仍要靠人翻译和拼接。
转场：因此方案不需要做成庞大平台，只需要一个小型协同中枢。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35163-E7A4-44AF-8D4D-B6B9B15E93F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157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核心一句：见微是连接前中后台的小型协同中枢，不替代现有系统，也不改变审批权。
展开：共享上下文</a:t>
            </a:r>
            <a:r>
              <a:rPr lang="en-US" altLang="zh-CN"/>
              <a:t>——</a:t>
            </a:r>
            <a:r>
              <a:rPr lang="zh-CN" altLang="en-US"/>
              <a:t>同一事实按权可见；动态路由</a:t>
            </a:r>
            <a:r>
              <a:rPr lang="en-US" altLang="zh-CN"/>
              <a:t>——</a:t>
            </a:r>
            <a:r>
              <a:rPr lang="zh-CN" altLang="en-US"/>
              <a:t>按任务和状态连接合适能力；状态控制</a:t>
            </a:r>
            <a:r>
              <a:rPr lang="en-US" altLang="zh-CN"/>
              <a:t>——</a:t>
            </a:r>
            <a:r>
              <a:rPr lang="zh-CN" altLang="en-US"/>
              <a:t>进度可见、边界可控、过程可追溯；第一期只打通业务到风控，后台和技术作为支撑。
例子／追问：若问是否重做系统，回答“不重做、不夺权，只连接上下文和能力，先做最窄闭环”。
转场：方案可以很小，但必须证明风险可控，所以先验证、再试点。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35163-E7A4-44AF-8D4D-B6B9B15E93F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745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核心一句：不改变现有审批权限，用五步旁路验证把风险锁在小范围内。
展开：基线盘点统一口径；历史回放检查流程；旁路运行同一输入并行对照；业务＋风控连续 </a:t>
            </a:r>
            <a:r>
              <a:rPr lang="en-US" altLang="zh-CN"/>
              <a:t>4 </a:t>
            </a:r>
            <a:r>
              <a:rPr lang="zh-CN" altLang="en-US"/>
              <a:t>周小范围试点；达标再推广，异常可回退。
验收：查找确认、沟通往返、研判周期、人工补录、可追溯率。
例子／追问：历史回放与 </a:t>
            </a:r>
            <a:r>
              <a:rPr lang="en-US" altLang="zh-CN"/>
              <a:t>4 </a:t>
            </a:r>
            <a:r>
              <a:rPr lang="zh-CN" altLang="en-US"/>
              <a:t>周并行数据共同验证，结论只在同口径下成立。
转场：只有指标被验证，试点目标才会转化为可批复、可复制的价值。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35163-E7A4-44AF-8D4D-B6B9B15E93F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288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核心一句：申请批准 </a:t>
            </a:r>
            <a:r>
              <a:rPr lang="en-US" altLang="zh-CN"/>
              <a:t>4 </a:t>
            </a:r>
            <a:r>
              <a:rPr lang="zh-CN" altLang="en-US"/>
              <a:t>周小范围试点，所有数字都是待验证目标，不是已取得成果。
展开：查找确认时间下降 </a:t>
            </a:r>
            <a:r>
              <a:rPr lang="en-US" altLang="zh-CN"/>
              <a:t>30%</a:t>
            </a:r>
            <a:r>
              <a:rPr lang="zh-CN" altLang="en-US"/>
              <a:t>；重复沟通轮次下降 </a:t>
            </a:r>
            <a:r>
              <a:rPr lang="en-US" altLang="zh-CN"/>
              <a:t>25%</a:t>
            </a:r>
            <a:r>
              <a:rPr lang="zh-CN" altLang="en-US"/>
              <a:t>；研判周期下降 </a:t>
            </a:r>
            <a:r>
              <a:rPr lang="en-US" altLang="zh-CN"/>
              <a:t>20%</a:t>
            </a:r>
            <a:r>
              <a:rPr lang="zh-CN" altLang="en-US"/>
              <a:t>；人工转述与补录下降 </a:t>
            </a:r>
            <a:r>
              <a:rPr lang="en-US" altLang="zh-CN"/>
              <a:t>30%</a:t>
            </a:r>
            <a:r>
              <a:rPr lang="zh-CN" altLang="en-US"/>
              <a:t>；关键上下文可追溯率达到 </a:t>
            </a:r>
            <a:r>
              <a:rPr lang="en-US" altLang="zh-CN"/>
              <a:t>90% </a:t>
            </a:r>
            <a:r>
              <a:rPr lang="zh-CN" altLang="en-US"/>
              <a:t>以上；价值沿协作提效、单位成本下降、研判更稳、承载提升走向复制推广。
例子／追问：未达标不扩大；达标后再复制到更多研判场景，避免一次性大投入。
收口：从业务</a:t>
            </a:r>
            <a:r>
              <a:rPr lang="en-US" altLang="zh-CN"/>
              <a:t>—</a:t>
            </a:r>
            <a:r>
              <a:rPr lang="zh-CN" altLang="en-US"/>
              <a:t>风控项目研判开始，批准 </a:t>
            </a:r>
            <a:r>
              <a:rPr lang="en-US" altLang="zh-CN"/>
              <a:t>4 </a:t>
            </a:r>
            <a:r>
              <a:rPr lang="zh-CN" altLang="en-US"/>
              <a:t>周试点，数据达标后再推广。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35163-E7A4-44AF-8D4D-B6B9B15E93F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452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2158E-1562-E825-4305-03ABBC357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D783A4-EB1A-FBAC-D6E1-93A7F9FFA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228C55-C155-23C9-29C3-BA3EF951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1CC93A-2C87-EC3C-D8A1-8A5E3DE5D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CC678A-357B-4F68-9707-D45E799E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6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9A664-2C08-AEF1-DECF-8BE49BBF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9FDD26-676B-9E32-192E-3498DA838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A3C12-4CE4-097A-7273-7CF17CAEB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22609-71D0-79E1-C889-85E5A138A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2EE7C6-2001-2FE6-5CFB-A7614819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63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9A178-BBE8-4CA6-ADC8-9AFC8D50E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ABFE82-CF87-EBE2-8EF0-C833DD678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A58C7-DDB5-CCE4-8DD0-2420A722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28C62-0556-4870-D62D-0CDEB4624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1598F1-1CEB-CD0C-958A-B7B47D4C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53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99121-AD9C-C380-C198-E9BEE8DB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D928E5-043E-2D40-3D26-84B7874AD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1F8F9C-4B34-AA40-EEE2-CD62529DC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53DA73-3935-D836-F161-9DA15C41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60B7A-8EDC-EEDA-A795-FA450ABB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0B22F5-8FCD-DE72-CA6F-871D6DE7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4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B68BF-E35B-2636-D38B-760E102A9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6E472A-2311-DD65-2CE3-447BC9B00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2F9276-0548-BE62-5C2A-6DA3985AA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D84766-0701-F4CA-1ECF-ACC7E9EEC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C8367A-3F60-81BD-5A2D-83CCBB506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F03C3F-83E6-DDEB-40BC-20914545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3EFB97-175B-946A-0CA3-3DB0A351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E46AC6B-6589-EE93-AB28-F213C533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18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9E3DF-B2ED-1D0F-7D9D-ECC632D2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2A8C6C-B1F7-19E5-20B1-C7C5CB2F9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8FB47A-F29A-B380-1A10-3B89D5A4A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3B5E2A-9F69-501D-05E3-B49BB1DD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85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760E8C-2618-D2A8-ED0F-34DBB67B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FCADE-9C24-B8DC-9B87-3057A193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45B434-3052-D423-85BC-1F66ED65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16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7DD82-E351-C8BC-0AE0-C292B3DC7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4B3A87-B7FE-AAE8-226A-82576D203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56C977-F26E-5D38-A807-2BC855180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AD9DAF-65B8-3437-6238-15CB032B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68B5B2-D7F8-B9F4-FD75-02D15C52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D7EB49-277A-304A-01E9-474A6522F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38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761E2-5B1A-FC15-33C1-BC6C19EF3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423EE6-3EC6-942E-13D7-349CAC1AA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1327ED-E3D1-EAD6-1555-C23390D6F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50D189-99AE-3B58-716E-B8B62973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A09261-55B4-8837-B547-AEF978A8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CC71C-ED2B-2614-9570-E1B6BCA2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8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42BAE-0D81-EEAE-2FB1-AC1712B7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47302C-1E6D-6058-4B19-1699A91C1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E0B215-52D2-144F-11A1-B5173199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250457-2A56-84A8-A274-2987DEE7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6DEE5B-67AF-2A18-B268-1877C13A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991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75FBE8-5BD0-67E1-2051-F9E1DD75B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CD44F2-E9C6-9B1D-5B17-6F1F5A341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F6DB-0633-816F-723A-6FA4B2D21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769E8A-75D0-7292-9781-0E6954B7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81315-482D-054D-E9F3-AF28C7F8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74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B98239-5014-4F5D-A01C-DED3F19E4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F9C441-6453-8531-5C82-FF4522D31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23E0ED-0543-70DB-6ADF-48472F91A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67384-891D-4F4E-AC50-D086CAD93E5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5032A-DCFF-0286-ED50-8225F36E3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A479F6-857D-3434-CC54-921983EF7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3FDB3-AAF2-483A-A0C6-4CBDEBE9F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11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9F61480-7EB7-5D95-D32A-47ADAD94CF6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3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1B576A-7C43-C15D-1037-A81DC957F36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4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ABABD7F-AE23-E1F8-20EF-5FC84FC4B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00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D0B9EBE-65CC-1E2F-B689-8AC59C5FB5B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01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EFD6804-2F53-096F-BF69-9E0A55FFD6A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01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</Words>
  <Application>Microsoft Office PowerPoint</Application>
  <PresentationFormat>宽屏</PresentationFormat>
  <Paragraphs>10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 VID</dc:creator>
  <cp:lastModifiedBy>DA VID</cp:lastModifiedBy>
  <cp:revision>2</cp:revision>
  <dcterms:created xsi:type="dcterms:W3CDTF">2026-08-19T19:39:41Z</dcterms:created>
  <dcterms:modified xsi:type="dcterms:W3CDTF">2026-08-20T00:59:34Z</dcterms:modified>
</cp:coreProperties>
</file>