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-需求-手稿版-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-洞察-手稿版-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3-协同-手稿版-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4-验证-手稿版-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5-价值-手稿版-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